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d10fdb87e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d10fdb87e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10fdb87e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10fdb87e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10fdb87e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10fdb87e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[Company name*]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Group X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María García, John Smith, …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2223900" y="4510025"/>
            <a:ext cx="67479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2"/>
                </a:solidFill>
              </a:rPr>
              <a:t>*Original names also count for the Originality score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848700" y="313275"/>
            <a:ext cx="67479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rgbClr val="FF0000"/>
                </a:solidFill>
              </a:rPr>
              <a:t>Remember: this must be a </a:t>
            </a:r>
            <a:r>
              <a:rPr b="1" lang="es" sz="2000" u="sng">
                <a:solidFill>
                  <a:srgbClr val="FF0000"/>
                </a:solidFill>
              </a:rPr>
              <a:t>5 min</a:t>
            </a:r>
            <a:r>
              <a:rPr b="1" lang="es" sz="1700">
                <a:solidFill>
                  <a:srgbClr val="FF0000"/>
                </a:solidFill>
              </a:rPr>
              <a:t> presentation</a:t>
            </a:r>
            <a:endParaRPr b="1" sz="17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Result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1 day route in Benasque valley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Methods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Explain what did you do and/or try to arrive to the result. Including: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simulations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quantum computing runs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scalability of the solutions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Techniques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List of techniques used, highlighting the ones related with the School lectures.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